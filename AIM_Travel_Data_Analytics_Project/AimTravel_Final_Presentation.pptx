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71" r:id="rId9"/>
    <p:sldId id="273" r:id="rId10"/>
    <p:sldId id="272" r:id="rId11"/>
    <p:sldId id="274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FB659A-DC98-4F66-ABC7-4301F2AA9B7C}" v="25" dt="2025-11-16T23:15:14.6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128" y="28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rPr dirty="0"/>
              <a:t>Aim Travel &amp; Tours – Data Analytics Project</a:t>
            </a:r>
            <a:br>
              <a:rPr lang="en-GB" dirty="0"/>
            </a:br>
            <a:r>
              <a:rPr lang="en-GB" dirty="0"/>
              <a:t>“Turning Data into Decisions”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505050"/>
                </a:solidFill>
              </a:defRPr>
            </a:pPr>
            <a:r>
              <a:rPr dirty="0"/>
              <a:t>Digital Skills Bootcamp • SQL • Python • </a:t>
            </a:r>
            <a:r>
              <a:rPr lang="en-GB" dirty="0"/>
              <a:t>Tableau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Elevator Pitch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9725"/>
            <a:ext cx="8229600" cy="4525963"/>
          </a:xfrm>
        </p:spPr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My name is Muhammad Ihtesham Minhas, and I bring nearly twenty years of experience across travel &amp; tourism, accounting, energy, customer service, retail and micro-finance.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Recently, I completed the Digital Skills Bootcamp in Data at Just IT, gaining hands-on experience in SQL, Python, Power BI, Tableau, Excel and Azure.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In this project, I applied </a:t>
            </a:r>
            <a:r>
              <a:rPr lang="en-GB" dirty="0"/>
              <a:t>My</a:t>
            </a:r>
            <a:r>
              <a:rPr dirty="0"/>
              <a:t>SQL for structuring data, Python for cleaning and analysis, and Power BI for building clear, insight-driven dashboards based on Aim Travel &amp; Tours’ operations.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rPr dirty="0"/>
              <a:t>Key Tools </a:t>
            </a:r>
            <a:r>
              <a:rPr lang="en-GB" dirty="0"/>
              <a:t>from the Bootcamp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61FFA7-86B2-51F5-B6B0-B24A87701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49" y="1533525"/>
            <a:ext cx="7537301" cy="3790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This project uses a synthetic but realistic dataset of 250 trips for Aim Travel &amp; Tours, based on real routes, pricing, vehicle types and cost assumptions.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endParaRPr/>
          </a:p>
          <a:p>
            <a:pPr>
              <a:defRPr sz="2000">
                <a:solidFill>
                  <a:srgbClr val="323232"/>
                </a:solidFill>
              </a:defRPr>
            </a:pPr>
            <a:r>
              <a:t>Objectives: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• Identify profitable routes and trip types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• Understand seasonal demand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• Analyse key cost drivers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• Recommend actions to improve margins and 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Business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1. Which routes and trip types deliver the strongest profitability?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2. How does demand vary across the year?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3. What cost components have the largest impact on margins?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4. How can pricing or operations be adjusted to improve profitability?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4C41C-8690-4CBD-500F-71BC2778F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Preparation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20D9E0-4E33-4CB6-21CA-09CBC9B4CD0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2093795"/>
            <a:ext cx="4038600" cy="3538773"/>
          </a:xfrm>
        </p:spPr>
      </p:pic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B2F2DC-EEAB-96D7-E7C3-587E3CE73E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48200" y="2713363"/>
            <a:ext cx="4038600" cy="2299636"/>
          </a:xfrm>
        </p:spPr>
      </p:pic>
    </p:spTree>
    <p:extLst>
      <p:ext uri="{BB962C8B-B14F-4D97-AF65-F5344CB8AC3E}">
        <p14:creationId xmlns:p14="http://schemas.microsoft.com/office/powerpoint/2010/main" val="2790090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5224C-4732-3D2A-BA7D-509EE03B1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Cleaning - Python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B2D19B-5097-CD27-6C48-932C8E9D076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61507" y="1190387"/>
            <a:ext cx="7572488" cy="5248258"/>
          </a:xfrm>
        </p:spPr>
      </p:pic>
    </p:spTree>
    <p:extLst>
      <p:ext uri="{BB962C8B-B14F-4D97-AF65-F5344CB8AC3E}">
        <p14:creationId xmlns:p14="http://schemas.microsoft.com/office/powerpoint/2010/main" val="3171906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46595-69AB-309D-CDB8-88B46C216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Aim Costs - Tableau</a:t>
            </a:r>
          </a:p>
        </p:txBody>
      </p:sp>
      <p:pic>
        <p:nvPicPr>
          <p:cNvPr id="5" name="Content Placeholder 4" descr="A graph of different colored squares">
            <a:extLst>
              <a:ext uri="{FF2B5EF4-FFF2-40B4-BE49-F238E27FC236}">
                <a16:creationId xmlns:a16="http://schemas.microsoft.com/office/drawing/2014/main" id="{3BAB37BC-21A1-0BE2-EDBE-C82A761B25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72040" y="1082647"/>
            <a:ext cx="10050741" cy="4997606"/>
          </a:xfrm>
        </p:spPr>
      </p:pic>
    </p:spTree>
    <p:extLst>
      <p:ext uri="{BB962C8B-B14F-4D97-AF65-F5344CB8AC3E}">
        <p14:creationId xmlns:p14="http://schemas.microsoft.com/office/powerpoint/2010/main" val="1641892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CD221-96B1-C529-559C-58EC520F5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Aim Costs Distribution – Python</a:t>
            </a:r>
          </a:p>
        </p:txBody>
      </p:sp>
      <p:pic>
        <p:nvPicPr>
          <p:cNvPr id="6" name="Content Placeholder 5" descr="A pie chart with numbers and a number of different colors with Crust in the background&#10;&#10;AI-generated content may be incorrect.">
            <a:extLst>
              <a:ext uri="{FF2B5EF4-FFF2-40B4-BE49-F238E27FC236}">
                <a16:creationId xmlns:a16="http://schemas.microsoft.com/office/drawing/2014/main" id="{3CE9CAF4-848C-9C0B-76F5-C705F6331C5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64024" y="1192307"/>
            <a:ext cx="7422776" cy="5665693"/>
          </a:xfrm>
        </p:spPr>
      </p:pic>
    </p:spTree>
    <p:extLst>
      <p:ext uri="{BB962C8B-B14F-4D97-AF65-F5344CB8AC3E}">
        <p14:creationId xmlns:p14="http://schemas.microsoft.com/office/powerpoint/2010/main" val="2158194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2CF0C-55DD-864F-123C-72BDA5726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Aim Profits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B99A7B-FA0B-8FD0-6483-4BC72D1CE6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66775" y="1192941"/>
            <a:ext cx="10077549" cy="5143313"/>
          </a:xfrm>
        </p:spPr>
      </p:pic>
    </p:spTree>
    <p:extLst>
      <p:ext uri="{BB962C8B-B14F-4D97-AF65-F5344CB8AC3E}">
        <p14:creationId xmlns:p14="http://schemas.microsoft.com/office/powerpoint/2010/main" val="3427702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0DA9E-94A8-9111-3BE6-84C9AE96F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Monthly Profitability Heatmap </a:t>
            </a:r>
          </a:p>
        </p:txBody>
      </p:sp>
      <p:pic>
        <p:nvPicPr>
          <p:cNvPr id="6" name="Content Placeholder 5" descr="A chart with numbers and a yellow and blue box&#10;&#10;AI-generated content may be incorrect.">
            <a:extLst>
              <a:ext uri="{FF2B5EF4-FFF2-40B4-BE49-F238E27FC236}">
                <a16:creationId xmlns:a16="http://schemas.microsoft.com/office/drawing/2014/main" id="{337B52DF-2B71-895B-F3CE-9C053FD7CB9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1028" y="1224582"/>
            <a:ext cx="7775090" cy="5219249"/>
          </a:xfrm>
        </p:spPr>
      </p:pic>
    </p:spTree>
    <p:extLst>
      <p:ext uri="{BB962C8B-B14F-4D97-AF65-F5344CB8AC3E}">
        <p14:creationId xmlns:p14="http://schemas.microsoft.com/office/powerpoint/2010/main" val="163937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rPr lang="en-GB" dirty="0"/>
              <a:t>Prioritize Long-Distance Airport Transfers: Focus marketing and resource allocation on maximizing bookings for high-profit long-distance airport transfer routes.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lang="en-GB" dirty="0"/>
              <a:t>Optimize UK Tours: Investigate ways to increase the average profit for UK Tours, perhaps by bundling premium services or optimizing routes.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lang="en-GB" dirty="0"/>
              <a:t>Evaluate Pricing for High-Frequency Routes: Review pricing strategies for routes with high volume but lower average profit to ensure optimal revenue capture.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lang="en-GB" dirty="0"/>
              <a:t>Fuel Efficiency Initiatives: Implement strategies to reduce fuel consumption, such as optimizing routes for fuel efficiency, investing in more fuel-efficient vehicles, or driver training on economical driving techniques.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lang="en-GB" dirty="0"/>
              <a:t>Accommodation Cost Management: Explore options for reducing driver accommodation expenses, such as negotiating corporate rates with hotels or planning routes to minimize overnight stays where possible.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This project demonstrates how SQL, Python and Power BI can turn operational transport data into practical insights.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endParaRPr/>
          </a:p>
          <a:p>
            <a:pPr>
              <a:defRPr sz="2000">
                <a:solidFill>
                  <a:srgbClr val="323232"/>
                </a:solidFill>
              </a:defRPr>
            </a:pPr>
            <a:r>
              <a:t>By combining my industry experience with new data skills, I can support better decisions around pricing, routes and cost control.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endParaRPr/>
          </a:p>
          <a:p>
            <a:pPr>
              <a:defRPr sz="2000">
                <a:solidFill>
                  <a:srgbClr val="323232"/>
                </a:solidFill>
              </a:defRPr>
            </a:pPr>
            <a:r>
              <a:t>Thank you for listening.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435</Words>
  <Application>Microsoft Office PowerPoint</Application>
  <PresentationFormat>On-screen Show (4:3)</PresentationFormat>
  <Paragraphs>40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Aim Travel &amp; Tours – Data Analytics Project “Turning Data into Decisions”</vt:lpstr>
      <vt:lpstr>Elevator Pitch</vt:lpstr>
      <vt:lpstr>Key Tools from the Bootcamp</vt:lpstr>
      <vt:lpstr>Project Overview</vt:lpstr>
      <vt:lpstr>Business Questions</vt:lpstr>
      <vt:lpstr>Data Preparation</vt:lpstr>
      <vt:lpstr>Data Cleaning - Python</vt:lpstr>
      <vt:lpstr>Aim Costs - Tableau</vt:lpstr>
      <vt:lpstr>Aim Costs Distribution – Python</vt:lpstr>
      <vt:lpstr>Aim Profits</vt:lpstr>
      <vt:lpstr>Monthly Profitability Heatmap 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Ihtesham Minhas</dc:creator>
  <cp:keywords/>
  <dc:description>generated using python-pptx</dc:description>
  <cp:lastModifiedBy>Ihtesham Minhas</cp:lastModifiedBy>
  <cp:revision>2</cp:revision>
  <dcterms:created xsi:type="dcterms:W3CDTF">2013-01-27T09:14:16Z</dcterms:created>
  <dcterms:modified xsi:type="dcterms:W3CDTF">2025-11-17T00:32:56Z</dcterms:modified>
  <cp:category/>
</cp:coreProperties>
</file>